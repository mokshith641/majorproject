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SMART MEETING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AI-Based Smart Meeting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Localized speech recognition, custom speaker attribution diarizer, phonetic</a:t>
            </a:r>
            <a:br/>
            <a:r>
              <a:t>correction, and optimized local T5 summaries.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FastAPI + React  |  100% Local AI Execution  |  Gaze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PROBLEM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The Transcription Bottleneck &amp; Our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Data Privacy Concerns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Standard services upload confidential audio to external cloud servers.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Vulnerable to compliance leaks and regulatory penalties.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Our Vision: 100% local model execution inside private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Vocabulary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Standard ASR models output plain vocabulary without case correction.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Fails on names and developer tech jargon (e.g. 'sqlite', 'fastapi').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Our Vision: Hybrid phonetic corrections mapping sound and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3. Lack of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Mono-channel recording output reads as a single wall of text.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Impossible to identify who agreed to tasks or next steps.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Our Vision: Dynamic spectral voice-print extraction and attribution.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4. Model Execution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Running high-parameter NLP summarizers locally runs slowly on CPU.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Meetings are processed in minutes, causing dashboard bottlenecks.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Our Vision: Optimized small models executing in under a second.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End-to-End Pipeline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0116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Meeting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6459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WAV recording upload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Mono conversions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Scale normalization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96896" y="3611880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1645920"/>
            <a:ext cx="20116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78308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Whisper 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16459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VAD filtering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CTranslate2 base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Timestamp segments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37176" y="3611880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0116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78308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3. Attribute &amp; 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16459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Speaker diarizer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Soundex phonetic hashes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Levenshtein checks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77456" y="3611880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9480" y="1645920"/>
            <a:ext cx="20116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78308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4. T5 Summarizer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194560"/>
            <a:ext cx="16459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Lighter model (t5-small)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Greedy decoding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Inference mode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17736" y="3611880"/>
            <a:ext cx="164592" cy="18288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0" y="1645920"/>
            <a:ext cx="201168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78308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5. Final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94560"/>
            <a:ext cx="16459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Attributed transcript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Minutes summary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PDF Compilation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ASR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Localized Speech-to-Text via faster-whisper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Whisper Engine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Model: faster-whisper implementation utilizing CTranslate2 engine.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Device Auto-Config: Optimizes device config ('cpu' or 'cuda') and compute type (int8 for CPU, float16 for GPU).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Lazy Loading: Prevents RAM overhead by loading model weights only when first audio upload is triggered.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VAD (Voice Activity Detection): Discards silence gaps, improving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ASR Parameters &amp; Core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Language Constraint: Hardcoded to English ('en') to accelerate decoding.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Beam Size: Default config is 5 to maintain high recognition bounds.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Silence Threshold: Custom threshold ('min_silence_duration_ms=500') keeps conversational spacing intact.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Word Casing: Feeds clean raw outputs into the corrector pipeline for acronym and casing fixes.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DIARIZATION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Speaker Diarization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Vocal Feature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1089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WAV Slice Parsing: Isolates specific segment audio clips.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Frequency Range: Filters out sound outside human voice range (100Hz to 4000Hz).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FFT Coefficients: Computes spectral profiles.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Mel-Spaced Features: Spaced out logarithmically (10 Mel bands) to represent pitch traits.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08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Custom K-Means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089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NumPy Core: Coded in pure NumPy for high speed.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Dynamic Centroids: Re-evaluates distance metrics and converges speaker vector clusters.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Silhouette Coefficient Validation: Evaluates cluster quality dynamically from K=2 to K=6 speakers.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Mapping: Identifies the optimal cluster count to match real speaker 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83080"/>
            <a:ext cx="3108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3. Segment Stitching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31089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Speaker Map Assignment: Matches cluster index (0 to K-1) to participant names in DB.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Chronological Continuation: Short or silent gaps are matched to the closest active speaker.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Database Integration: Automatically updates speaker attributes.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PHONETIC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Fuzzy Technical Word Correction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Soundex Phonetic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Converts spoken terms to a 4-character phonetic hash representing sound properties.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Filters vocabulary database quickly to extract matches that sound identical (e.g. 'pie annot' and 'PyAnnote').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Levenshtein Distance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Computes exact edit distance (add/delete/replace operations) on candidate lists.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Bypasses correction unless the edit distance lies within a dynamic threshold: length * 0.35 (max distance 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0642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Pre-compiled Cased Vocabulary Dictionary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FastAPI (fixes 'fastapi', 'fast api')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SQLite (fixes 'sqlite', 'sequel light', 'sequel lite')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React / Tailwind CSS (fixes spelling &amp; spacing errors)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PostgreSQL (fixes 'postgres', 'postgres ql')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TypeScript / JavaScript / PyAnnote / WebSockets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NLP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Summarizer Performance Optimizations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1. Model Downsizing (~70% Smaller)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Replaced 't5-base' (890 MB) with 't5-small' (242 MB).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Drastically reduces CPU memory footprint and first-load initialization latency.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Maintains high summary coherence for short-to-medium dialogue chunks.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2. Greedy Decoding &amp; Inference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Switched from beam search (num_beams=4) to greedy decoding (num_beams=1).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Wrapped generation in torch.inference_mode() to skip tracking gradients.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Result: Accelerates inference from 6.5s to 0.79s per chunk.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3. Rule-Based T5 Bypassing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Decisions, Risks, and Next Steps sentences are pre-filtered using keywords.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Instead of summarizing them with T5, we clean and present them directly.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Result: Reduces T5 calls from 8 separate queries to 3-5 (only key points).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4. Speed Benchmark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493776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2130 words processed under 1.3 seconds (excluding disk load).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Bypasses grammar and clause clipping bugs (like time stamp splitting).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Outputs clean, actionable summaries in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MEETING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Gaze Tracking and Engagement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Engagement Telemetry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Gaze Attention Tracker: Computer Vision gaze estimation (MediaPipe) checks if eyes are aligned with the dashboard screen.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Activity Log: Tracks keyboard keystroke hits and mouse click frequencies.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Active Window Tracker: Identifies the active application window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Focus Index Calculation: Combines attention metrics dynamically: 70% Gaze Attention Score + 30% Active Window interaction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Use Cases &amp;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Individual Attention Score: Generates engagement graphs in the meeting review dashboard.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Analytics View: Helps identify if participants are distracted or multi-tasking.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Meeting Telemetry: Provides structured metrics to compare meeting productivity.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Automated Logging: Telemetry logs are stored and exported directly to PDF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Relational Schema &amp; PDF Reports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Database Schema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Meeting: Tracks title, date, duration, host, and participant registry.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Transcript: Stores raw transcription, speaker-attributed text, and timestamps.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Summary: Stores structured bullet key points, decisions list, risks, and next steps.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ActivityLog: Telemetry logs including gaze attention and keystroke click data.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Participant / Report: Maps speaker names and tracks exported PDF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PDF Report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ReportLab Engine: Generates dynamic multi-page documents programmatically.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Structured PDF Sections: Layout lists key points, decisions, risks, and action items.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Engagement Metrics Chart: Shows Gaze Attention Score vs. Active Window percentages.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Compliance Ready: Local file generation secures data transfer inside private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Standard Whisper vs. Your Meeting Assistant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441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36415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Stage / Feature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Standard Whisper ASR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Your Meeting Assistant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Audio Prep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ASR internal preprocessing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ASR prep + dynamic diarization segment audio slicing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Speaker Diarizer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❌ None (mono-speaker block output)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✅ Custom FFT + Mel features + K-Means clustering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Domain Spelling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❌ Standard dictionary casing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✅ Soundex + Levenshtein phonetic mapping &amp; dictionary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Summarization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✅ Optimized T5-small + greedy inference under 2 seconds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Telemetry &amp; Output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Transcript only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Attributed transcript + meeting summary + PDF Report + Gaze telemetry</a:t>
                      </a:r>
                    </a:p>
                  </a:txBody>
                  <a:tcPr>
                    <a:solidFill>
                      <a:srgbClr val="11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Clean, Decoupled Architecture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Backend Pipeline (Python FastAPI)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FastAPI: High-performance ASGI framework with Pydantic schemas.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PyTorch &amp; Transformers: Runs quantized NLP summarizers locally.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CTranslate2 (faster-whisper): Accelerated C++ core for Whisper models.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NumPy &amp; SciPy: Custom mathematical engines for diarization FFT and K-Means.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WebSockets: Full-duplex connection for gaze telemetry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Frontend Dashboard (React &amp; Vite)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React &amp; TypeScript: Type-safe, component-driven UI.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Tailwind CSS: Fluid, modern developer layouts with glassmorphism overlays.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Web Audio API &amp; Canvas: Real-time visual waveforms.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PDF Viewer &amp; Charts: Clean analytics overlays for gaze logging.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Vite: Ultra-fast compilation and deployment build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Summary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Privacy Guard: Zero cloud dependencies, ensuring zero leaking of data.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Unmatched Speed: Processing time reduced from minutes to seconds.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Actionable Attribution: High accuracy voice profiling matches tasks to actual names.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Intelligent Metrics: Focus metrics show participant engagement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Future Development 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1. Deep Learning Diarization: Incorporate ECAPA-TDNN embedding extractors for better speaker separation.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2. Quantized LLM Summaries: Upgrade to Llama.cpp to run 4-bit Llama-3 locally for semantic reasoning.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3. Real-Time Streaming: Transcribe and diarize live audio streams during the meeting over WebSockets.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 4. Multi-Channel Support: Leverage separate hardware audio lines when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